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arget="docProps/core.xml" Type="http://schemas.openxmlformats.org/officedocument/2006/relationships/metadata/core-properties"></Relationship><Relationship Id="rId2" Target="docProps/app.xml" Type="http://schemas.openxmlformats.org/officeDocument/2006/relationships/extended-properties"></Relationship><Relationship Id="rId3" Target="ppt/presentation.xml" Type="http://schemas.openxmlformats.org/officeDocument/2006/relationships/officeDocument"></Relationship></Relationships>
</file>

<file path=ppt/presentation.xml><?xml version="1.0" encoding="utf-8"?>
<p:presentation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r:id="rId2" id="2147483648"/>
  </p:sldMasterIdLst>
  <p:sldIdLst>
    <p:sldId r:id="rId3" id="256"/>
    <p:sldId r:id="rId5" id="25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arget="theme/theme1.xml" Type="http://schemas.openxmlformats.org/officeDocument/2006/relationships/theme"></Relationship><Relationship Id="rId2" Target="slideMasters/slideMaster1.xml" Type="http://schemas.openxmlformats.org/officeDocument/2006/relationships/slideMaster"></Relationship><Relationship Id="rId3" Target="slides/slide1.xml" Type="http://schemas.openxmlformats.org/officeDocument/2006/relationships/slide"></Relationship><Relationship Id="rId4" Target="presProps.xml" Type="http://schemas.openxmlformats.org/officeDocument/2006/relationships/presProps"></Relationship><Relationship Id="rId5" Target="slides/slide2.xml" Type="http://schemas.openxmlformats.org/officeDocument/2006/relationships/slide"></Relationship></Relationships>
</file>

<file path=ppt/slideLayouts/_rels/slideLayout1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E6212A-CA58-4972-890E-DAB52C55CD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
    <Relationship Id="rId1" Type="http://schemas.openxmlformats.org/officeDocument/2006/relationships/theme" Target="../theme/theme1.xml"/>
    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34B1497-0F80-4A0D-ABAA-CAE2B76222C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/>
            <a:r>
              <a:rPr b="0" lang="en-US" sz="4400" spc="-1" strike="noStrike">
                <a:solidFill>
                  <a:srgbClr val="00008b"/>
                </a:solidFill>
                <a:latin typeface="Arial"/>
              </a:rPr>
              <a:t>GOPPTX v0.3.0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/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* new feature SetShapeTextBody</a:t>
            </a: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/>
            <a:r>
              <a:rPr b="0" lang="en-US" sz="4400" spc="-1" strike="noStrike">
                <a:solidFill>
                  <a:srgbClr val="00008b"/>
                </a:solidFill>
                <a:latin typeface="Arial"/>
              </a:rPr>
              <a:t>GOPPTX v0.3.0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/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* new feature SetShapeTextBody</a:t>
            </a: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GoPPTX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</cp:coreProperties>
</file>