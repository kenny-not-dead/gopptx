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Header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Header 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cell 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1,2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cell 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2,2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